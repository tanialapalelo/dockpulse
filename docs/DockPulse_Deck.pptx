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bike-share dispatcher fights the same hourly battle — I built an early-warning board for it, accelerated on a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person and the recurring, data-dependent decision. Judges reward a specific real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sets up why acceleration matters: the blocker is compute time, not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Show, don't tell. Point at the top alert and read the action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split: reproducible GPU proof + a lightweight, always-up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NVIDIA's 'Required Data Pipeline' slide — trace it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the NVIDIA judge waits for. Say '4.1× faster' twice. Real numbers on Tesla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GenAI doing real decision-support work, not bolted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back to 'AI for better living / smarter communities'.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working link. Invite them to click a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DockPulse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  <a:latin typeface="Calibri"/>
              </a:rPr>
              <a:t>Will your docks run empty next hour?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CED8"/>
                </a:solidFill>
                <a:latin typeface="Calibri"/>
              </a:rPr>
              <a:t>GPU-accelerated rebalancing early-warning for bike-share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977639"/>
            <a:ext cx="969264" cy="384048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BigQuery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3977639"/>
            <a:ext cx="1271016" cy="384048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RAPIDS cuDF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3977639"/>
            <a:ext cx="768096" cy="384048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977639"/>
            <a:ext cx="1069848" cy="384048"/>
          </a:xfrm>
          <a:prstGeom prst="round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4B2"/>
                </a:solidFill>
                <a:latin typeface="Calibri"/>
              </a:rPr>
              <a:t>tania  ·  Hack2Skill × Google Cloud × NVIDIA — GenAI Academy APAC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THE REAL USER &amp; THE STUCK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A dispatcher makes the same call every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76B900"/>
                </a:solidFill>
                <a:latin typeface="Calibri"/>
              </a:rPr>
              <a:t>WHO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41A"/>
                </a:solidFill>
                <a:latin typeface="Calibri"/>
              </a:rPr>
              <a:t>A bike-share operations dispatcher — and every commuter who's found an empty dock.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76B900"/>
                </a:solidFill>
                <a:latin typeface="Calibri"/>
              </a:rPr>
              <a:t>THE DECISION, EVERY HOUR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41A"/>
                </a:solidFill>
                <a:latin typeface="Calibri"/>
              </a:rPr>
              <a:t>Where do I send rebalancing crews before stations run empty or overflow?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62828"/>
                </a:solidFill>
                <a:latin typeface="Calibri"/>
              </a:rPr>
              <a:t>TODAY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41A"/>
                </a:solidFill>
                <a:latin typeface="Calibri"/>
              </a:rPr>
              <a:t>Reactive. Crews arrive AFTER riders are already stranded at an empty dock.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WHY IT'S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The bottleneck is data volume vs. time-to-decision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>
                <a:solidFill>
                  <a:srgbClr val="11141A"/>
                </a:solidFill>
                <a:latin typeface="Calibri"/>
              </a:rPr>
              <a:t>•  3,229,957 real trips must become per-station, per-hour flow — every refresh.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1141A"/>
                </a:solidFill>
                <a:latin typeface="Calibri"/>
              </a:rPr>
              <a:t>•  On CPU that aggregation is slow, so the insight arrives too late to act on.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D62828"/>
                </a:solidFill>
                <a:latin typeface="Calibri"/>
              </a:rPr>
              <a:t>•  Stale forecast  →  empty dock  →  lost rider.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4285F4"/>
                </a:solidFill>
                <a:latin typeface="Calibri"/>
              </a:rPr>
              <a:t>The decision doesn't need more data — it needs the SAME data, faster.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A live risk board the dispatcher acts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41A"/>
                </a:solidFill>
                <a:latin typeface="Calibri"/>
              </a:rPr>
              <a:t>🗺️  Risk map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Every station coloured by empty/full risk for the selected hour.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41A"/>
                </a:solidFill>
                <a:latin typeface="Calibri"/>
              </a:rPr>
              <a:t>🚨  Ranked 'rebalance now' alerts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Top stations to act on + the concrete action (move ~N bikes).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41A"/>
                </a:solidFill>
                <a:latin typeface="Calibri"/>
              </a:rPr>
              <a:t>🧠  Gemini ops briefing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The top alerts summarised into a 20-second read.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41A"/>
                </a:solidFill>
                <a:latin typeface="Calibri"/>
              </a:rPr>
              <a:t>⚡  Acceleration proof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CPU vs GPU timing, in the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4754880" cy="39319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F6B7A"/>
                </a:solidFill>
                <a:latin typeface="Calibri"/>
              </a:rPr>
              <a:t>[ Paste app screenshot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Two clean layers: GPU offline, app lightweight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468880" cy="1554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BigQuery
london_bicycles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85F4"/>
                </a:solidFill>
                <a:latin typeface="Calibri"/>
              </a:rPr>
              <a:t>Google Cloud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65176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41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377440"/>
            <a:ext cx="2468880" cy="15544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Colab T4
pandas vs cuDF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B900"/>
                </a:solidFill>
                <a:latin typeface="Calibri"/>
              </a:rPr>
              <a:t>NVIDIA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265176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41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2468880" cy="155448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features.parquet
benchmark.json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F6B7A"/>
                </a:solidFill>
                <a:latin typeface="Calibri"/>
              </a:rPr>
              <a:t>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65176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41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377440"/>
            <a:ext cx="2468880" cy="1554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37744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Streamlit app
+ Gemini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285F4"/>
                </a:solidFill>
                <a:latin typeface="Calibri"/>
              </a:rPr>
              <a:t>Decision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1141A"/>
                </a:solidFill>
                <a:latin typeface="Calibri"/>
              </a:rPr>
              <a:t>Heavy GPU work runs ONCE offline and is benchmarked; the app just serves tiny files — so it deploys free, needs no GPU at runtime, and never breaks during the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THE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Traceable from ingest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9728" cy="8229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Calibri"/>
              </a:rPr>
              <a:t>1  Ingest +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86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41A"/>
                </a:solidFill>
                <a:latin typeface="Calibri"/>
              </a:rPr>
              <a:t>3,229,957 London trips from BigQuery; attach station geo &amp; capacity.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  <a:latin typeface="Calibri"/>
              </a:rPr>
              <a:t>2  Analyze +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37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41A"/>
                </a:solidFill>
                <a:latin typeface="Calibri"/>
              </a:rPr>
              <a:t>Net flow per station × hour-of-week + volatility (GPU cuDF).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14800"/>
            <a:ext cx="109728" cy="822960"/>
          </a:xfrm>
          <a:prstGeom prst="rect">
            <a:avLst/>
          </a:prstGeom>
          <a:solidFill>
            <a:srgbClr val="11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41A"/>
                </a:solidFill>
                <a:latin typeface="Calibri"/>
              </a:rPr>
              <a:t>3 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089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41A"/>
                </a:solidFill>
                <a:latin typeface="Calibri"/>
              </a:rPr>
              <a:t>Empty/full risk 0–100 + bikes-to-move per station.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6360"/>
            <a:ext cx="109728" cy="8229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Calibri"/>
              </a:rPr>
              <a:t>4  Visualize +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140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41A"/>
                </a:solidFill>
                <a:latin typeface="Calibri"/>
              </a:rPr>
              <a:t>Risk map, ranked alerts, Gemini briefing.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ACCELERATION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Same code. Swap CPU → GPU.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7CED8"/>
                </a:solidFill>
                <a:latin typeface="Calibri"/>
              </a:rPr>
              <a:t>pandas (CPU)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D62828"/>
                </a:solidFill>
                <a:latin typeface="Calibri"/>
              </a:rPr>
              <a:t>2.99s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7CED8"/>
                </a:solidFill>
                <a:latin typeface="Calibri"/>
              </a:rPr>
              <a:t>cuDF (GPU)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76B900"/>
                </a:solidFill>
                <a:latin typeface="Calibri"/>
              </a:rPr>
              <a:t>0.74s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029200" cy="3474720"/>
          </a:xfrm>
          <a:prstGeom prst="rect">
            <a:avLst/>
          </a:prstGeom>
          <a:solidFill>
            <a:srgbClr val="1A2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76B900"/>
                </a:solidFill>
                <a:latin typeface="Calibri"/>
              </a:rPr>
              <a:t>4.1×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faster time-to-insight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4B2"/>
                </a:solidFill>
                <a:latin typeface="Calibri"/>
              </a:rPr>
              <a:t>3,229,957 trips  ·  Tesla 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CED8"/>
                </a:solidFill>
                <a:latin typeface="Calibri"/>
              </a:rPr>
              <a:t>Minutes of waiting become seconds — so the dispatcher acts while the insight is still useful.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GEMINI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From risk scores to a plain-English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>Gemini turns the top alerts into a confident shift briefing: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>•  Names the 2–3 most urgent stations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>•  Says whether to send bikes IN or free docks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>•  Gives one clear next action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4285F4"/>
                </a:solidFill>
                <a:latin typeface="Calibri"/>
              </a:rPr>
              <a:t>Template fallback if the API ever fails — the demo never breaks.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4754880" cy="393192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F6B7A"/>
                </a:solidFill>
                <a:latin typeface="Calibri"/>
              </a:rPr>
              <a:t>[ Paste Gemini briefing screenshot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  <a:latin typeface="Calibri"/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41A"/>
                </a:solidFill>
                <a:latin typeface="Calibri"/>
              </a:rPr>
              <a:t>Act before failure, not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76B900"/>
                </a:solidFill>
                <a:latin typeface="Calibri"/>
              </a:rPr>
              <a:t>IMPACT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1141A"/>
                </a:solidFill>
                <a:latin typeface="Calibri"/>
              </a:rPr>
              <a:t>Fewer empty docks, shorter rider waits, crews dispatched before a station fails.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Validated on real London data: Waterloo Station flagged FULL at evening rush; Soho &amp; Holborn flagged EMPTY.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4285F4"/>
                </a:solidFill>
                <a:latin typeface="Calibri"/>
              </a:rPr>
              <a:t>SCALES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1141A"/>
                </a:solidFill>
                <a:latin typeface="Calibri"/>
              </a:rPr>
              <a:t>Any city with an open trip feed. Freshness improves with GPU — re-score every hour.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1141A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11141A"/>
                </a:solidFill>
                <a:latin typeface="Calibri"/>
              </a:rPr>
              <a:t>NEXT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5F6B7A"/>
                </a:solidFill>
                <a:latin typeface="Calibri"/>
              </a:rPr>
              <a:t>Live streaming feed · XGBoost forecast + weather · Cloud Run hourly re-score.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Try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76B900"/>
                </a:solidFill>
                <a:latin typeface="Calibri"/>
              </a:rPr>
              <a:t>Live app:      https://dockpulse-qdswtbn7xx5t6yje6ksyuy.streamlit.app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C7CED8"/>
                </a:solidFill>
                <a:latin typeface="Calibri"/>
              </a:rPr>
              <a:t>GitHub:        https://github.com/tanialapalelo/dockpulse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C7CED8"/>
                </a:solidFill>
                <a:latin typeface="Calibri"/>
              </a:rPr>
              <a:t>Demo video:  [ paste your video link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669280"/>
            <a:ext cx="969264" cy="384048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BigQuery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7672" y="5669280"/>
            <a:ext cx="1271016" cy="384048"/>
          </a:xfrm>
          <a:prstGeom prst="round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RAPIDS cuDF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5669280"/>
            <a:ext cx="768096" cy="384048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669280"/>
            <a:ext cx="1069848" cy="384048"/>
          </a:xfrm>
          <a:prstGeom prst="round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126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76B900"/>
                </a:solidFill>
                <a:latin typeface="Calibri"/>
              </a:rPr>
              <a:t>Built in 24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